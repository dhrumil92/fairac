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FairAC: Smart &amp; Fair Air Conditioning for Hostels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IoT-Powered Transparent Billing System</a:t>
            </a:r>
          </a:p>
          <a:p>
            <a:r>
              <a:t>Pitch to Hostel Management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Problem: Unfair Billing &amp; Energy Wastage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Hostels face major issues with shared AC units:</a:t>
            </a:r>
          </a:p>
          <a:p>
            <a:pPr lvl="1"/>
            <a:r>
              <a:t>Flat Fees: Charging a fixed monthly AC fee is unfair to students who use it less.</a:t>
            </a:r>
          </a:p>
          <a:p>
            <a:pPr lvl="1"/>
            <a:r>
              <a:t>Roommate Disputes: Arguments over who left the AC on and who pays the bill.</a:t>
            </a:r>
          </a:p>
          <a:p>
            <a:pPr lvl="1"/>
            <a:r>
              <a:t>Wastage: Students leave ACs running while outside because they 'already paid the flat fee'.</a:t>
            </a:r>
          </a:p>
          <a:p>
            <a:pPr lvl="1"/>
            <a:r>
              <a:t>No Analytics: Management has no visibility into per-room consumption.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Solution: FairAC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 IoT and Software platform providing per-student billing:</a:t>
            </a:r>
          </a:p>
          <a:p>
            <a:pPr lvl="1"/>
            <a:r>
              <a:t>IoT Smart Meter: A low-cost device installed on the AC switchboard to measure real-time power.</a:t>
            </a:r>
          </a:p>
          <a:p>
            <a:pPr lvl="1"/>
            <a:r>
              <a:t>Session-Based Tracking: Students use the FairAC App to 'Start a Session' and add roommates who are present.</a:t>
            </a:r>
          </a:p>
          <a:p>
            <a:pPr lvl="1"/>
            <a:r>
              <a:t>Automated Bill Splitting: The exact kWh consumed is split evenly among the present roommates.</a:t>
            </a:r>
          </a:p>
          <a:p>
            <a:pPr lvl="1"/>
            <a:r>
              <a:t>Digital Wallet: Students recharge a digital wallet. The AC automatically shuts off if balance runs out.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for the Hostel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Why FairAC is a win-win for management:</a:t>
            </a:r>
          </a:p>
          <a:p>
            <a:pPr lvl="1"/>
            <a:r>
              <a:t>Zero Manual Work: No more reading sub-meters at the end of the month.</a:t>
            </a:r>
          </a:p>
          <a:p>
            <a:pPr lvl="1"/>
            <a:r>
              <a:t>Advance Payment (Prepaid): The Wallet system ensures the hostel collects money BEFORE the electricity is used.</a:t>
            </a:r>
          </a:p>
          <a:p>
            <a:pPr lvl="1"/>
            <a:r>
              <a:t>Energy Conservation: Transparent billing encourages students to turn off the AC to save their own money.</a:t>
            </a:r>
          </a:p>
          <a:p>
            <a:pPr lvl="1"/>
            <a:r>
              <a:t>Admin Dashboard: Full visibility into active sessions, room balances, and monthly revenue.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Hardware Costing (Per Room)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system is built using affordable, off-the-shelf IoT components:</a:t>
            </a:r>
          </a:p>
          <a:p>
            <a:pPr lvl="1"/>
            <a:r>
              <a:t>ESP32 Microcontroller (Wi-Fi brain): ~₹350</a:t>
            </a:r>
          </a:p>
          <a:p>
            <a:pPr lvl="1"/>
            <a:r>
              <a:t>ACS712 Current Sensor (30A): ~₹150</a:t>
            </a:r>
          </a:p>
          <a:p>
            <a:pPr lvl="1"/>
            <a:r>
              <a:t>ZMPT101B Voltage Sensor: ~₹100</a:t>
            </a:r>
          </a:p>
          <a:p>
            <a:pPr lvl="1"/>
            <a:r>
              <a:t>30A Relay Module (to switch the AC): ~₹200</a:t>
            </a:r>
          </a:p>
          <a:p>
            <a:pPr lvl="1"/>
            <a:r>
              <a:t>OLED Display (0.96 inch): ~₹150</a:t>
            </a:r>
          </a:p>
          <a:p>
            <a:pPr lvl="1"/>
            <a:r>
              <a:t>Enclosure &amp; Wiring: ~₹100</a:t>
            </a:r>
          </a:p>
          <a:p>
            <a:pPr lvl="1"/>
            <a:r>
              <a:t>Total Estimated Cost per Room: ~₹1,050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Steps: Pilot Deployment Proposal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 propose a low-risk pilot program to prove the value:</a:t>
            </a:r>
          </a:p>
          <a:p>
            <a:pPr lvl="1"/>
            <a:r>
              <a:t>Phase 1: Install the FairAC hardware in 5 rooms (Cost: ~₹5,250).</a:t>
            </a:r>
          </a:p>
          <a:p>
            <a:pPr lvl="1"/>
            <a:r>
              <a:t>Phase 2: Onboard the students of those rooms onto the platform.</a:t>
            </a:r>
          </a:p>
          <a:p>
            <a:pPr lvl="1"/>
            <a:r>
              <a:t>Phase 3: Run the system for 1 month and compare energy usage and revenue collection with traditional rooms.</a:t>
            </a:r>
          </a:p>
          <a:p>
            <a:pPr lvl="1"/>
            <a:r>
              <a:t>Phase 4: Full roll-out across the entire hostel.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