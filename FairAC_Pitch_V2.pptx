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FairAC: Smart &amp; Fair AC Billing for Hostels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IoT-Powered Transparent Billing System</a:t>
            </a:r>
          </a:p>
          <a:p>
            <a:r>
              <a:t>Pitch to Hostel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Unfair Billing &amp; Wastage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Flat Fees: Fixed monthly AC fees are unfair to students who use it less.</a:t>
            </a:r>
          </a:p>
          <a:p>
            <a:pPr>
              <a:spcBef>
                <a:spcPts val="1200"/>
              </a:spcBef>
              <a:defRPr sz="2000"/>
            </a:pPr>
            <a:r>
              <a:t>• Roommate Disputes: Constant arguments over who left the AC on and who pays.</a:t>
            </a:r>
          </a:p>
          <a:p>
            <a:pPr>
              <a:spcBef>
                <a:spcPts val="1200"/>
              </a:spcBef>
              <a:defRPr sz="2000"/>
            </a:pPr>
            <a:r>
              <a:t>• Massive Wastage: Students leave ACs running while in class because they 'already paid'.</a:t>
            </a:r>
          </a:p>
          <a:p>
            <a:pPr>
              <a:spcBef>
                <a:spcPts val="1200"/>
              </a:spcBef>
              <a:defRPr sz="2000"/>
            </a:pPr>
            <a:r>
              <a:t>• No Analytics: Management has zero visibility into per-room energy consumption.</a:t>
            </a:r>
          </a:p>
        </p:txBody>
      </p:sp>
      <p:pic>
        <p:nvPicPr>
          <p:cNvPr id="4" name="Picture 3" descr="ppt_problem_178227841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FairAC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IoT Smart Meter: A low-cost Wi-Fi device installed on the AC switchboard.</a:t>
            </a:r>
          </a:p>
          <a:p>
            <a:pPr>
              <a:spcBef>
                <a:spcPts val="1200"/>
              </a:spcBef>
              <a:defRPr sz="2000"/>
            </a:pPr>
            <a:r>
              <a:t>• Session Tracking: Students use the App to 'Start a Session' and add present roommates.</a:t>
            </a:r>
          </a:p>
          <a:p>
            <a:pPr>
              <a:spcBef>
                <a:spcPts val="1200"/>
              </a:spcBef>
              <a:defRPr sz="2000"/>
            </a:pPr>
            <a:r>
              <a:t>• Automated Splitting: The exact kWh consumed is split evenly ONLY among the present roommates.</a:t>
            </a:r>
          </a:p>
          <a:p>
            <a:pPr>
              <a:spcBef>
                <a:spcPts val="1200"/>
              </a:spcBef>
              <a:defRPr sz="2000"/>
            </a:pPr>
            <a:r>
              <a:t>• Digital Wallet: The AC shuts off automatically if their prepaid wallet runs out.</a:t>
            </a:r>
          </a:p>
        </p:txBody>
      </p:sp>
      <p:pic>
        <p:nvPicPr>
          <p:cNvPr id="4" name="Picture 3" descr="ppt_solution_17822784285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for Hostel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Zero Manual Work: No more reading sub-meters at the end of every month.</a:t>
            </a:r>
          </a:p>
          <a:p>
            <a:pPr>
              <a:spcBef>
                <a:spcPts val="1200"/>
              </a:spcBef>
              <a:defRPr sz="2000"/>
            </a:pPr>
            <a:r>
              <a:t>• Advance Payment: Wallet system collects money BEFORE electricity is used.</a:t>
            </a:r>
          </a:p>
          <a:p>
            <a:pPr>
              <a:spcBef>
                <a:spcPts val="1200"/>
              </a:spcBef>
              <a:defRPr sz="2000"/>
            </a:pPr>
            <a:r>
              <a:t>• Energy Conservation: Students turn off the AC to save their own money.</a:t>
            </a:r>
          </a:p>
          <a:p>
            <a:pPr>
              <a:spcBef>
                <a:spcPts val="1200"/>
              </a:spcBef>
              <a:defRPr sz="2000"/>
            </a:pPr>
            <a:r>
              <a:t>• Admin Dashboard: Live visibility into active sessions and monthly revenue.</a:t>
            </a:r>
          </a:p>
        </p:txBody>
      </p:sp>
      <p:pic>
        <p:nvPicPr>
          <p:cNvPr id="4" name="Picture 3" descr="ppt_dashboard_17822784393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Costing (Per Room)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ESP32 Microcontroller: ~₹350</a:t>
            </a:r>
          </a:p>
          <a:p>
            <a:pPr>
              <a:spcBef>
                <a:spcPts val="1200"/>
              </a:spcBef>
              <a:defRPr sz="2000"/>
            </a:pPr>
            <a:r>
              <a:t>• ACS712 Current Sensor: ~₹150</a:t>
            </a:r>
          </a:p>
          <a:p>
            <a:pPr>
              <a:spcBef>
                <a:spcPts val="1200"/>
              </a:spcBef>
              <a:defRPr sz="2000"/>
            </a:pPr>
            <a:r>
              <a:t>• ZMPT101B Voltage Sensor: ~₹100</a:t>
            </a:r>
          </a:p>
          <a:p>
            <a:pPr>
              <a:spcBef>
                <a:spcPts val="1200"/>
              </a:spcBef>
              <a:defRPr sz="2000"/>
            </a:pPr>
            <a:r>
              <a:t>• 30A Relay Module: ~₹200</a:t>
            </a:r>
          </a:p>
          <a:p>
            <a:pPr>
              <a:spcBef>
                <a:spcPts val="1200"/>
              </a:spcBef>
              <a:defRPr sz="2000"/>
            </a:pPr>
            <a:r>
              <a:t>• OLED Display (0.96"): ~₹150</a:t>
            </a:r>
          </a:p>
          <a:p>
            <a:pPr>
              <a:spcBef>
                <a:spcPts val="1200"/>
              </a:spcBef>
              <a:defRPr sz="2000"/>
            </a:pPr>
            <a:r>
              <a:t>• Enclosure &amp; Wiring: ~₹100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Total Estimated Cost: ~₹1,050 per room</a:t>
            </a:r>
          </a:p>
        </p:txBody>
      </p:sp>
      <p:pic>
        <p:nvPicPr>
          <p:cNvPr id="4" name="Picture 3" descr="ppt_hardware_17822784537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Steps: Pilot Deployment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propose a low-risk pilot program to prove the value:</a:t>
            </a:r>
          </a:p>
          <a:p>
            <a:pPr lvl="1"/>
            <a:r>
              <a:t>Phase 1: Install the FairAC hardware in 5 rooms (Cost: ~₹5,250).</a:t>
            </a:r>
          </a:p>
          <a:p>
            <a:pPr lvl="1"/>
            <a:r>
              <a:t>Phase 2: Onboard the students of those rooms onto the platform.</a:t>
            </a:r>
          </a:p>
          <a:p>
            <a:pPr lvl="1"/>
            <a:r>
              <a:t>Phase 3: Run the system for 1 month and compare energy usage and revenue collection with traditional rooms.</a:t>
            </a:r>
          </a:p>
          <a:p>
            <a:pPr lvl="1"/>
            <a:r>
              <a:t>Phase 4: Full roll-out across the entire hostel.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